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9" r:id="rId3"/>
    <p:sldId id="261" r:id="rId4"/>
    <p:sldId id="262" r:id="rId5"/>
    <p:sldId id="263"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04CF2B-B6A5-4C8A-8544-41F2CC619C4D}" v="211" dt="2025-12-02T23:10:56.434"/>
    <p1510:client id="{F6F28558-CD7A-47FB-9B8A-EEB94E47EE26}" v="2" dt="2025-12-02T22:18:28.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ra Adamczyk" userId="ac3c8cba46b1a775" providerId="Windows Live" clId="Web-{F6F28558-CD7A-47FB-9B8A-EEB94E47EE26}"/>
    <pc:docChg chg="modSld">
      <pc:chgData name="Tamara Adamczyk" userId="ac3c8cba46b1a775" providerId="Windows Live" clId="Web-{F6F28558-CD7A-47FB-9B8A-EEB94E47EE26}" dt="2025-12-02T22:18:28.322" v="1" actId="1076"/>
      <pc:docMkLst>
        <pc:docMk/>
      </pc:docMkLst>
      <pc:sldChg chg="modSp">
        <pc:chgData name="Tamara Adamczyk" userId="ac3c8cba46b1a775" providerId="Windows Live" clId="Web-{F6F28558-CD7A-47FB-9B8A-EEB94E47EE26}" dt="2025-12-02T22:18:28.322" v="1" actId="1076"/>
        <pc:sldMkLst>
          <pc:docMk/>
          <pc:sldMk cId="1118082996" sldId="259"/>
        </pc:sldMkLst>
        <pc:picChg chg="mod">
          <ac:chgData name="Tamara Adamczyk" userId="ac3c8cba46b1a775" providerId="Windows Live" clId="Web-{F6F28558-CD7A-47FB-9B8A-EEB94E47EE26}" dt="2025-12-02T22:18:28.322" v="1" actId="1076"/>
          <ac:picMkLst>
            <pc:docMk/>
            <pc:sldMk cId="1118082996" sldId="259"/>
            <ac:picMk id="1026" creationId="{A85DB527-7967-211F-E3CD-C28FB40FF443}"/>
          </ac:picMkLst>
        </pc:picChg>
      </pc:sldChg>
    </pc:docChg>
  </pc:docChgLst>
  <pc:docChgLst>
    <pc:chgData name="Tamara Adamczyk" userId="ac3c8cba46b1a775" providerId="LiveId" clId="{66E059CB-F6D3-4BFC-83E5-33A8C9CCAD2E}"/>
    <pc:docChg chg="undo custSel addSld delSld modSld">
      <pc:chgData name="Tamara Adamczyk" userId="ac3c8cba46b1a775" providerId="LiveId" clId="{66E059CB-F6D3-4BFC-83E5-33A8C9CCAD2E}" dt="2025-12-03T00:33:32.098" v="731" actId="20577"/>
      <pc:docMkLst>
        <pc:docMk/>
      </pc:docMkLst>
      <pc:sldChg chg="addSp delSp modSp mod">
        <pc:chgData name="Tamara Adamczyk" userId="ac3c8cba46b1a775" providerId="LiveId" clId="{66E059CB-F6D3-4BFC-83E5-33A8C9CCAD2E}" dt="2025-12-02T22:39:08.788" v="655" actId="478"/>
        <pc:sldMkLst>
          <pc:docMk/>
          <pc:sldMk cId="3179681567" sldId="256"/>
        </pc:sldMkLst>
        <pc:spChg chg="del">
          <ac:chgData name="Tamara Adamczyk" userId="ac3c8cba46b1a775" providerId="LiveId" clId="{66E059CB-F6D3-4BFC-83E5-33A8C9CCAD2E}" dt="2025-12-02T22:39:05.771" v="654" actId="478"/>
          <ac:spMkLst>
            <pc:docMk/>
            <pc:sldMk cId="3179681567" sldId="256"/>
            <ac:spMk id="3" creationId="{A433DC3F-D3E5-9BC6-FAD5-FAAFB7BEB9AC}"/>
          </ac:spMkLst>
        </pc:spChg>
        <pc:spChg chg="add del mod">
          <ac:chgData name="Tamara Adamczyk" userId="ac3c8cba46b1a775" providerId="LiveId" clId="{66E059CB-F6D3-4BFC-83E5-33A8C9CCAD2E}" dt="2025-12-02T22:39:08.788" v="655" actId="478"/>
          <ac:spMkLst>
            <pc:docMk/>
            <pc:sldMk cId="3179681567" sldId="256"/>
            <ac:spMk id="5" creationId="{FBFA3C62-07DF-0A2F-7AE3-2990E10A5F53}"/>
          </ac:spMkLst>
        </pc:spChg>
        <pc:spChg chg="del">
          <ac:chgData name="Tamara Adamczyk" userId="ac3c8cba46b1a775" providerId="LiveId" clId="{66E059CB-F6D3-4BFC-83E5-33A8C9CCAD2E}" dt="2025-12-02T22:38:31.121" v="653" actId="26606"/>
          <ac:spMkLst>
            <pc:docMk/>
            <pc:sldMk cId="3179681567" sldId="256"/>
            <ac:spMk id="8" creationId="{8EC3920F-48A8-2DA6-A2EA-E5BA7002028D}"/>
          </ac:spMkLst>
        </pc:spChg>
        <pc:picChg chg="add">
          <ac:chgData name="Tamara Adamczyk" userId="ac3c8cba46b1a775" providerId="LiveId" clId="{66E059CB-F6D3-4BFC-83E5-33A8C9CCAD2E}" dt="2025-12-02T22:38:31.121" v="653" actId="26606"/>
          <ac:picMkLst>
            <pc:docMk/>
            <pc:sldMk cId="3179681567" sldId="256"/>
            <ac:picMk id="10" creationId="{75A7617D-8729-FC9A-2461-479CC4163CFE}"/>
          </ac:picMkLst>
        </pc:picChg>
      </pc:sldChg>
      <pc:sldChg chg="del">
        <pc:chgData name="Tamara Adamczyk" userId="ac3c8cba46b1a775" providerId="LiveId" clId="{66E059CB-F6D3-4BFC-83E5-33A8C9CCAD2E}" dt="2025-12-02T22:10:17.911" v="443" actId="47"/>
        <pc:sldMkLst>
          <pc:docMk/>
          <pc:sldMk cId="1512709838" sldId="257"/>
        </pc:sldMkLst>
      </pc:sldChg>
      <pc:sldChg chg="modSp mod">
        <pc:chgData name="Tamara Adamczyk" userId="ac3c8cba46b1a775" providerId="LiveId" clId="{66E059CB-F6D3-4BFC-83E5-33A8C9CCAD2E}" dt="2025-12-02T23:10:56.434" v="668"/>
        <pc:sldMkLst>
          <pc:docMk/>
          <pc:sldMk cId="1443780631" sldId="258"/>
        </pc:sldMkLst>
        <pc:spChg chg="mod">
          <ac:chgData name="Tamara Adamczyk" userId="ac3c8cba46b1a775" providerId="LiveId" clId="{66E059CB-F6D3-4BFC-83E5-33A8C9CCAD2E}" dt="2025-12-02T23:10:56.434" v="668"/>
          <ac:spMkLst>
            <pc:docMk/>
            <pc:sldMk cId="1443780631" sldId="258"/>
            <ac:spMk id="3" creationId="{883B3ADB-A1F5-264C-42E6-755F86BA99C8}"/>
          </ac:spMkLst>
        </pc:spChg>
      </pc:sldChg>
      <pc:sldChg chg="addSp delSp modSp new mod modClrScheme chgLayout">
        <pc:chgData name="Tamara Adamczyk" userId="ac3c8cba46b1a775" providerId="LiveId" clId="{66E059CB-F6D3-4BFC-83E5-33A8C9CCAD2E}" dt="2025-12-02T22:32:31.647" v="596" actId="26606"/>
        <pc:sldMkLst>
          <pc:docMk/>
          <pc:sldMk cId="1118082996" sldId="259"/>
        </pc:sldMkLst>
        <pc:spChg chg="mod ord">
          <ac:chgData name="Tamara Adamczyk" userId="ac3c8cba46b1a775" providerId="LiveId" clId="{66E059CB-F6D3-4BFC-83E5-33A8C9CCAD2E}" dt="2025-12-02T22:32:31.647" v="596" actId="26606"/>
          <ac:spMkLst>
            <pc:docMk/>
            <pc:sldMk cId="1118082996" sldId="259"/>
            <ac:spMk id="2" creationId="{52E109B9-DD46-DB22-184A-257AE1C16445}"/>
          </ac:spMkLst>
        </pc:spChg>
        <pc:spChg chg="mod ord">
          <ac:chgData name="Tamara Adamczyk" userId="ac3c8cba46b1a775" providerId="LiveId" clId="{66E059CB-F6D3-4BFC-83E5-33A8C9CCAD2E}" dt="2025-12-02T22:32:31.647" v="596" actId="26606"/>
          <ac:spMkLst>
            <pc:docMk/>
            <pc:sldMk cId="1118082996" sldId="259"/>
            <ac:spMk id="3" creationId="{E9DFE1B6-2E6D-9137-8EC5-1AD0CEFB5A2E}"/>
          </ac:spMkLst>
        </pc:spChg>
        <pc:spChg chg="add del mod ord">
          <ac:chgData name="Tamara Adamczyk" userId="ac3c8cba46b1a775" providerId="LiveId" clId="{66E059CB-F6D3-4BFC-83E5-33A8C9CCAD2E}" dt="2025-12-02T22:22:23.249" v="499" actId="478"/>
          <ac:spMkLst>
            <pc:docMk/>
            <pc:sldMk cId="1118082996" sldId="259"/>
            <ac:spMk id="8" creationId="{CFDD81D0-3620-FC11-A518-859F31F1DBF0}"/>
          </ac:spMkLst>
        </pc:spChg>
        <pc:spChg chg="add del mod ord">
          <ac:chgData name="Tamara Adamczyk" userId="ac3c8cba46b1a775" providerId="LiveId" clId="{66E059CB-F6D3-4BFC-83E5-33A8C9CCAD2E}" dt="2025-12-02T22:23:31.395" v="506" actId="478"/>
          <ac:spMkLst>
            <pc:docMk/>
            <pc:sldMk cId="1118082996" sldId="259"/>
            <ac:spMk id="9" creationId="{D44BB77E-A936-BF96-B55C-83D77C419D35}"/>
          </ac:spMkLst>
        </pc:spChg>
        <pc:spChg chg="add del mod ord">
          <ac:chgData name="Tamara Adamczyk" userId="ac3c8cba46b1a775" providerId="LiveId" clId="{66E059CB-F6D3-4BFC-83E5-33A8C9CCAD2E}" dt="2025-12-02T22:31:25.711" v="558" actId="478"/>
          <ac:spMkLst>
            <pc:docMk/>
            <pc:sldMk cId="1118082996" sldId="259"/>
            <ac:spMk id="10" creationId="{535E941C-3E73-0A49-8894-E16526DF704D}"/>
          </ac:spMkLst>
        </pc:spChg>
        <pc:spChg chg="add del mod ord">
          <ac:chgData name="Tamara Adamczyk" userId="ac3c8cba46b1a775" providerId="LiveId" clId="{66E059CB-F6D3-4BFC-83E5-33A8C9CCAD2E}" dt="2025-12-02T22:27:31.311" v="526"/>
          <ac:spMkLst>
            <pc:docMk/>
            <pc:sldMk cId="1118082996" sldId="259"/>
            <ac:spMk id="11" creationId="{3F8929D4-93EF-A7B5-B2E1-C25529A8B325}"/>
          </ac:spMkLst>
        </pc:spChg>
        <pc:picChg chg="add del mod">
          <ac:chgData name="Tamara Adamczyk" userId="ac3c8cba46b1a775" providerId="LiveId" clId="{66E059CB-F6D3-4BFC-83E5-33A8C9CCAD2E}" dt="2025-12-02T22:14:50.366" v="449" actId="478"/>
          <ac:picMkLst>
            <pc:docMk/>
            <pc:sldMk cId="1118082996" sldId="259"/>
            <ac:picMk id="5" creationId="{C55B503E-EB2C-F7F7-C59F-253A0ADF22A6}"/>
          </ac:picMkLst>
        </pc:picChg>
        <pc:picChg chg="add del mod">
          <ac:chgData name="Tamara Adamczyk" userId="ac3c8cba46b1a775" providerId="LiveId" clId="{66E059CB-F6D3-4BFC-83E5-33A8C9CCAD2E}" dt="2025-12-02T22:31:40.313" v="570" actId="478"/>
          <ac:picMkLst>
            <pc:docMk/>
            <pc:sldMk cId="1118082996" sldId="259"/>
            <ac:picMk id="7" creationId="{538C09BC-9389-5750-6011-C49023BC6A50}"/>
          </ac:picMkLst>
        </pc:picChg>
        <pc:picChg chg="add del mod ord">
          <ac:chgData name="Tamara Adamczyk" userId="ac3c8cba46b1a775" providerId="LiveId" clId="{66E059CB-F6D3-4BFC-83E5-33A8C9CCAD2E}" dt="2025-12-02T22:27:26.209" v="525" actId="22"/>
          <ac:picMkLst>
            <pc:docMk/>
            <pc:sldMk cId="1118082996" sldId="259"/>
            <ac:picMk id="13" creationId="{212A0BFE-8544-3169-B6AD-C533B96CEC09}"/>
          </ac:picMkLst>
        </pc:picChg>
        <pc:picChg chg="add mod">
          <ac:chgData name="Tamara Adamczyk" userId="ac3c8cba46b1a775" providerId="LiveId" clId="{66E059CB-F6D3-4BFC-83E5-33A8C9CCAD2E}" dt="2025-12-02T22:32:31.647" v="596" actId="26606"/>
          <ac:picMkLst>
            <pc:docMk/>
            <pc:sldMk cId="1118082996" sldId="259"/>
            <ac:picMk id="14" creationId="{7848F5CF-D891-5CAD-D12E-24DCCD0BB216}"/>
          </ac:picMkLst>
        </pc:picChg>
        <pc:picChg chg="add del mod">
          <ac:chgData name="Tamara Adamczyk" userId="ac3c8cba46b1a775" providerId="LiveId" clId="{66E059CB-F6D3-4BFC-83E5-33A8C9CCAD2E}" dt="2025-12-02T22:30:59.331" v="555" actId="478"/>
          <ac:picMkLst>
            <pc:docMk/>
            <pc:sldMk cId="1118082996" sldId="259"/>
            <ac:picMk id="1026" creationId="{A85DB527-7967-211F-E3CD-C28FB40FF443}"/>
          </ac:picMkLst>
        </pc:picChg>
      </pc:sldChg>
      <pc:sldChg chg="modSp new del mod">
        <pc:chgData name="Tamara Adamczyk" userId="ac3c8cba46b1a775" providerId="LiveId" clId="{66E059CB-F6D3-4BFC-83E5-33A8C9CCAD2E}" dt="2025-12-02T22:34:35.516" v="606" actId="47"/>
        <pc:sldMkLst>
          <pc:docMk/>
          <pc:sldMk cId="3620176975" sldId="260"/>
        </pc:sldMkLst>
        <pc:spChg chg="mod">
          <ac:chgData name="Tamara Adamczyk" userId="ac3c8cba46b1a775" providerId="LiveId" clId="{66E059CB-F6D3-4BFC-83E5-33A8C9CCAD2E}" dt="2025-12-02T22:06:55.421" v="387" actId="20577"/>
          <ac:spMkLst>
            <pc:docMk/>
            <pc:sldMk cId="3620176975" sldId="260"/>
            <ac:spMk id="2" creationId="{0102F70D-D0AC-74CF-96A6-981DA8E9885C}"/>
          </ac:spMkLst>
        </pc:spChg>
        <pc:spChg chg="mod">
          <ac:chgData name="Tamara Adamczyk" userId="ac3c8cba46b1a775" providerId="LiveId" clId="{66E059CB-F6D3-4BFC-83E5-33A8C9CCAD2E}" dt="2025-12-02T22:10:57.918" v="448" actId="207"/>
          <ac:spMkLst>
            <pc:docMk/>
            <pc:sldMk cId="3620176975" sldId="260"/>
            <ac:spMk id="3" creationId="{AA23DB6B-2BB3-897F-9A3F-994F9E40236C}"/>
          </ac:spMkLst>
        </pc:spChg>
      </pc:sldChg>
      <pc:sldChg chg="addSp delSp modSp new mod modClrScheme chgLayout">
        <pc:chgData name="Tamara Adamczyk" userId="ac3c8cba46b1a775" providerId="LiveId" clId="{66E059CB-F6D3-4BFC-83E5-33A8C9CCAD2E}" dt="2025-12-03T00:33:32.098" v="731" actId="20577"/>
        <pc:sldMkLst>
          <pc:docMk/>
          <pc:sldMk cId="1533241618" sldId="261"/>
        </pc:sldMkLst>
        <pc:spChg chg="add del">
          <ac:chgData name="Tamara Adamczyk" userId="ac3c8cba46b1a775" providerId="LiveId" clId="{66E059CB-F6D3-4BFC-83E5-33A8C9CCAD2E}" dt="2025-12-02T22:30:25.671" v="537" actId="26606"/>
          <ac:spMkLst>
            <pc:docMk/>
            <pc:sldMk cId="1533241618" sldId="261"/>
            <ac:spMk id="2" creationId="{5F79374C-AAD7-5D2C-0DD7-655A2A4DCB06}"/>
          </ac:spMkLst>
        </pc:spChg>
        <pc:spChg chg="add del">
          <ac:chgData name="Tamara Adamczyk" userId="ac3c8cba46b1a775" providerId="LiveId" clId="{66E059CB-F6D3-4BFC-83E5-33A8C9CCAD2E}" dt="2025-12-02T22:30:10.437" v="536"/>
          <ac:spMkLst>
            <pc:docMk/>
            <pc:sldMk cId="1533241618" sldId="261"/>
            <ac:spMk id="3" creationId="{780CBA38-7F29-D9BA-4C55-8B2B292AAC4B}"/>
          </ac:spMkLst>
        </pc:spChg>
        <pc:spChg chg="add del">
          <ac:chgData name="Tamara Adamczyk" userId="ac3c8cba46b1a775" providerId="LiveId" clId="{66E059CB-F6D3-4BFC-83E5-33A8C9CCAD2E}" dt="2025-12-02T22:30:25.671" v="537" actId="26606"/>
          <ac:spMkLst>
            <pc:docMk/>
            <pc:sldMk cId="1533241618" sldId="261"/>
            <ac:spMk id="4" creationId="{1148DEFE-0CB4-182B-D209-689FFF275A17}"/>
          </ac:spMkLst>
        </pc:spChg>
        <pc:spChg chg="add del mod">
          <ac:chgData name="Tamara Adamczyk" userId="ac3c8cba46b1a775" providerId="LiveId" clId="{66E059CB-F6D3-4BFC-83E5-33A8C9CCAD2E}" dt="2025-12-02T22:29:31.199" v="532" actId="26606"/>
          <ac:spMkLst>
            <pc:docMk/>
            <pc:sldMk cId="1533241618" sldId="261"/>
            <ac:spMk id="11" creationId="{5DCCFBCC-0D6C-6C6A-B7B9-22AA8F56B7C9}"/>
          </ac:spMkLst>
        </pc:spChg>
        <pc:spChg chg="add mod">
          <ac:chgData name="Tamara Adamczyk" userId="ac3c8cba46b1a775" providerId="LiveId" clId="{66E059CB-F6D3-4BFC-83E5-33A8C9CCAD2E}" dt="2025-12-02T22:31:54.336" v="593" actId="20577"/>
          <ac:spMkLst>
            <pc:docMk/>
            <pc:sldMk cId="1533241618" sldId="261"/>
            <ac:spMk id="12" creationId="{BCE70AFA-2FAB-0C96-3E14-D4F1647A31F4}"/>
          </ac:spMkLst>
        </pc:spChg>
        <pc:spChg chg="add del mod">
          <ac:chgData name="Tamara Adamczyk" userId="ac3c8cba46b1a775" providerId="LiveId" clId="{66E059CB-F6D3-4BFC-83E5-33A8C9CCAD2E}" dt="2025-12-02T22:29:31.199" v="532" actId="26606"/>
          <ac:spMkLst>
            <pc:docMk/>
            <pc:sldMk cId="1533241618" sldId="261"/>
            <ac:spMk id="13" creationId="{DA8E2150-FD19-2778-89B3-D9ADFEC8CA83}"/>
          </ac:spMkLst>
        </pc:spChg>
        <pc:spChg chg="add mod">
          <ac:chgData name="Tamara Adamczyk" userId="ac3c8cba46b1a775" providerId="LiveId" clId="{66E059CB-F6D3-4BFC-83E5-33A8C9CCAD2E}" dt="2025-12-03T00:33:32.098" v="731" actId="20577"/>
          <ac:spMkLst>
            <pc:docMk/>
            <pc:sldMk cId="1533241618" sldId="261"/>
            <ac:spMk id="14" creationId="{16FC567F-AA1C-0366-D582-475BEB99F055}"/>
          </ac:spMkLst>
        </pc:spChg>
        <pc:spChg chg="add del mod">
          <ac:chgData name="Tamara Adamczyk" userId="ac3c8cba46b1a775" providerId="LiveId" clId="{66E059CB-F6D3-4BFC-83E5-33A8C9CCAD2E}" dt="2025-12-02T22:29:40.883" v="534" actId="26606"/>
          <ac:spMkLst>
            <pc:docMk/>
            <pc:sldMk cId="1533241618" sldId="261"/>
            <ac:spMk id="15" creationId="{C6FEF602-048D-14CB-C86F-BC4505E8B3ED}"/>
          </ac:spMkLst>
        </pc:spChg>
        <pc:spChg chg="add del mod">
          <ac:chgData name="Tamara Adamczyk" userId="ac3c8cba46b1a775" providerId="LiveId" clId="{66E059CB-F6D3-4BFC-83E5-33A8C9CCAD2E}" dt="2025-12-02T22:29:40.883" v="534" actId="26606"/>
          <ac:spMkLst>
            <pc:docMk/>
            <pc:sldMk cId="1533241618" sldId="261"/>
            <ac:spMk id="16" creationId="{0ED7CBC3-40E5-47DB-517F-BA0EBF8813CD}"/>
          </ac:spMkLst>
        </pc:spChg>
        <pc:picChg chg="add mod">
          <ac:chgData name="Tamara Adamczyk" userId="ac3c8cba46b1a775" providerId="LiveId" clId="{66E059CB-F6D3-4BFC-83E5-33A8C9CCAD2E}" dt="2025-12-02T22:28:30.622" v="529"/>
          <ac:picMkLst>
            <pc:docMk/>
            <pc:sldMk cId="1533241618" sldId="261"/>
            <ac:picMk id="5" creationId="{92048214-299C-B0D9-74DC-C85587760464}"/>
          </ac:picMkLst>
        </pc:picChg>
        <pc:picChg chg="add mod">
          <ac:chgData name="Tamara Adamczyk" userId="ac3c8cba46b1a775" providerId="LiveId" clId="{66E059CB-F6D3-4BFC-83E5-33A8C9CCAD2E}" dt="2025-12-02T22:29:41.617" v="535"/>
          <ac:picMkLst>
            <pc:docMk/>
            <pc:sldMk cId="1533241618" sldId="261"/>
            <ac:picMk id="6" creationId="{EBCD532E-F896-A778-0D29-67945B3446FD}"/>
          </ac:picMkLst>
        </pc:picChg>
        <pc:picChg chg="add mod">
          <ac:chgData name="Tamara Adamczyk" userId="ac3c8cba46b1a775" providerId="LiveId" clId="{66E059CB-F6D3-4BFC-83E5-33A8C9CCAD2E}" dt="2025-12-02T22:30:25.671" v="537" actId="26606"/>
          <ac:picMkLst>
            <pc:docMk/>
            <pc:sldMk cId="1533241618" sldId="261"/>
            <ac:picMk id="7" creationId="{31D18948-246B-7896-9C5E-7510896EA113}"/>
          </ac:picMkLst>
        </pc:picChg>
      </pc:sldChg>
      <pc:sldChg chg="addSp delSp modSp new mod">
        <pc:chgData name="Tamara Adamczyk" userId="ac3c8cba46b1a775" providerId="LiveId" clId="{66E059CB-F6D3-4BFC-83E5-33A8C9CCAD2E}" dt="2025-12-02T22:37:44.245" v="652" actId="14100"/>
        <pc:sldMkLst>
          <pc:docMk/>
          <pc:sldMk cId="3874712860" sldId="262"/>
        </pc:sldMkLst>
        <pc:spChg chg="del mod">
          <ac:chgData name="Tamara Adamczyk" userId="ac3c8cba46b1a775" providerId="LiveId" clId="{66E059CB-F6D3-4BFC-83E5-33A8C9CCAD2E}" dt="2025-12-02T22:37:23.261" v="647" actId="478"/>
          <ac:spMkLst>
            <pc:docMk/>
            <pc:sldMk cId="3874712860" sldId="262"/>
            <ac:spMk id="2" creationId="{4A9F35BD-BCBB-0095-7E34-87F99A1E316C}"/>
          </ac:spMkLst>
        </pc:spChg>
        <pc:spChg chg="del">
          <ac:chgData name="Tamara Adamczyk" userId="ac3c8cba46b1a775" providerId="LiveId" clId="{66E059CB-F6D3-4BFC-83E5-33A8C9CCAD2E}" dt="2025-12-02T22:36:31.333" v="627" actId="26606"/>
          <ac:spMkLst>
            <pc:docMk/>
            <pc:sldMk cId="3874712860" sldId="262"/>
            <ac:spMk id="3" creationId="{CD889321-FDF1-0916-8911-435160DA33A6}"/>
          </ac:spMkLst>
        </pc:spChg>
        <pc:spChg chg="add del mod">
          <ac:chgData name="Tamara Adamczyk" userId="ac3c8cba46b1a775" providerId="LiveId" clId="{66E059CB-F6D3-4BFC-83E5-33A8C9CCAD2E}" dt="2025-12-02T22:37:26.160" v="648" actId="478"/>
          <ac:spMkLst>
            <pc:docMk/>
            <pc:sldMk cId="3874712860" sldId="262"/>
            <ac:spMk id="7" creationId="{2F7F5D87-9787-5932-1052-2C17E12D91CF}"/>
          </ac:spMkLst>
        </pc:spChg>
        <pc:picChg chg="add mod">
          <ac:chgData name="Tamara Adamczyk" userId="ac3c8cba46b1a775" providerId="LiveId" clId="{66E059CB-F6D3-4BFC-83E5-33A8C9CCAD2E}" dt="2025-12-02T22:37:44.245" v="652" actId="14100"/>
          <ac:picMkLst>
            <pc:docMk/>
            <pc:sldMk cId="3874712860" sldId="262"/>
            <ac:picMk id="5" creationId="{5F88DDB7-61B0-1990-1F1F-67F8E3C0535E}"/>
          </ac:picMkLst>
        </pc:picChg>
      </pc:sldChg>
      <pc:sldChg chg="addSp modSp new mod">
        <pc:chgData name="Tamara Adamczyk" userId="ac3c8cba46b1a775" providerId="LiveId" clId="{66E059CB-F6D3-4BFC-83E5-33A8C9CCAD2E}" dt="2025-12-02T22:40:49.153" v="663" actId="14100"/>
        <pc:sldMkLst>
          <pc:docMk/>
          <pc:sldMk cId="3335509995" sldId="263"/>
        </pc:sldMkLst>
        <pc:picChg chg="add mod">
          <ac:chgData name="Tamara Adamczyk" userId="ac3c8cba46b1a775" providerId="LiveId" clId="{66E059CB-F6D3-4BFC-83E5-33A8C9CCAD2E}" dt="2025-12-02T22:40:49.153" v="663" actId="14100"/>
          <ac:picMkLst>
            <pc:docMk/>
            <pc:sldMk cId="3335509995" sldId="263"/>
            <ac:picMk id="5" creationId="{4E2624FA-7036-7CD4-F2E2-A399C34CD324}"/>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5218032"/>
            <a:ext cx="11460480" cy="786384"/>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972629"/>
            <a:ext cx="11460480" cy="480373"/>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567B50E4-2343-4B20-80BE-1605C97DFB16}" type="datetime1">
              <a:rPr lang="en-US" smtClean="0"/>
              <a:t>12/2/2025</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58980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02DE44A-7CD8-4860-9BDC-2BE4C911F6D0}"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7456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1129554"/>
            <a:ext cx="4361688" cy="3475236"/>
          </a:xfrm>
        </p:spPr>
        <p:txBody>
          <a:bodyPr vert="horz" lIns="91440" tIns="45720" rIns="91440" bIns="45720" rtlCol="0" anchor="b">
            <a:normAutofit/>
          </a:bodyPr>
          <a:lstStyle>
            <a:lvl1pPr>
              <a:defRPr lang="en-US" sz="5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7" y="4731335"/>
            <a:ext cx="4206240" cy="1184585"/>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E38EAEAF-D16E-446F-97F9-D23FB245CB45}"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59764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1480"/>
            <a:ext cx="4654296" cy="3739896"/>
          </a:xfrm>
        </p:spPr>
        <p:txBody>
          <a:bodyPr vert="horz" lIns="91440" tIns="45720" rIns="91440" bIns="45720" rtlCol="0" anchor="t">
            <a:normAutofit/>
          </a:bodyPr>
          <a:lstStyle>
            <a:lvl1pPr>
              <a:defRPr lang="en-US" sz="5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873752"/>
            <a:ext cx="4206240" cy="1380744"/>
          </a:xfrm>
        </p:spPr>
        <p:txBody>
          <a:bodyPr vert="horz" lIns="91440" tIns="45720" rIns="91440" bIns="45720" rtlCol="0" anchor="b">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96128" y="0"/>
            <a:ext cx="6595872"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782E7A21-5BA8-4C4C-9705-3A1EA342AD8A}" type="datetime1">
              <a:rPr lang="en-US" smtClean="0"/>
              <a:t>12/2/2025</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5098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p:spPr>
        <p:txBody>
          <a:bodyPr vert="horz" lIns="91440" tIns="45720" rIns="91440" bIns="45720" rtlCol="0" anchor="b">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CBE73BE-5F1F-40EF-8F67-E3F24D65884D}"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72817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vert="horz" lIns="91440" tIns="45720" rIns="91440" bIns="45720" rtlCol="0" anchor="b">
            <a:normAutofit/>
          </a:bodyPr>
          <a:lstStyle>
            <a:lvl1pPr>
              <a:defRPr lang="en-US" sz="72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C868EF1-668D-4AD0-8652-1F3B3622EDC2}"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99909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7"/>
            <a:ext cx="7588155" cy="1414091"/>
          </a:xfrm>
        </p:spPr>
        <p:txBody>
          <a:bodyPr>
            <a:normAutofit/>
          </a:bodyPr>
          <a:lstStyle>
            <a:lvl1pPr marL="0" indent="0" algn="ctr">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E95609F-9B5B-4E29-8DB1-457A85E01A27}"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67458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vert="horz" lIns="91440" tIns="45720" rIns="91440" bIns="45720" rtlCol="0" anchor="b">
            <a:normAutofit/>
          </a:bodyPr>
          <a:lstStyle>
            <a:lvl1pPr>
              <a:defRPr lang="en-US" sz="7400" dirty="0"/>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6A0DE37-B9D6-425C-B79B-6C6DFFBD0DA2}"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4998728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2647" y="664108"/>
            <a:ext cx="8467558" cy="1554480"/>
          </a:xfrm>
        </p:spPr>
        <p:txBody>
          <a:bodyPr anchor="b">
            <a:normAutofit/>
          </a:bodyPr>
          <a:lstStyle>
            <a:lvl1pPr>
              <a:defRPr sz="44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333860"/>
            <a:ext cx="8467558" cy="3689909"/>
          </a:xfrm>
        </p:spPr>
        <p:txBody>
          <a:bodyPr>
            <a:normAutofit/>
          </a:bodyPr>
          <a:lstStyle>
            <a:lvl1pPr marL="457200" indent="-457200">
              <a:buFont typeface="+mj-lt"/>
              <a:buAutoNum type="arabicPeriod"/>
              <a:defRPr sz="2400"/>
            </a:lvl1pPr>
            <a:lvl2pPr marL="685800" indent="-457200">
              <a:buFont typeface="+mj-lt"/>
              <a:buAutoNum type="arabicPeriod"/>
              <a:defRPr sz="2000"/>
            </a:lvl2pPr>
            <a:lvl3pPr marL="800100" indent="-342900">
              <a:buFont typeface="+mj-lt"/>
              <a:buAutoNum type="arabicPeriod"/>
              <a:defRPr sz="1800"/>
            </a:lvl3pPr>
            <a:lvl4pPr marL="1028700" indent="-342900">
              <a:buFont typeface="+mj-lt"/>
              <a:buAutoNum type="arabicPeriod"/>
              <a:defRPr sz="16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045B0EE-4023-4E3C-8875-10AA631453CF}" type="datetime1">
              <a:rPr lang="en-US" smtClean="0"/>
              <a:t>12/2/2025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73679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161288"/>
            <a:ext cx="4663440" cy="1554480"/>
          </a:xfrm>
        </p:spPr>
        <p:txBody>
          <a:bodyPr anchor="b">
            <a:normAutofit/>
          </a:bodyPr>
          <a:lstStyle>
            <a:lvl1pPr>
              <a:defRPr sz="4000"/>
            </a:lvl1pPr>
          </a:lstStyle>
          <a:p>
            <a:r>
              <a:rPr lang="en-US"/>
              <a:t>Click to edit Master title style</a:t>
            </a:r>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6099048"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25496"/>
            <a:ext cx="4663440" cy="3337560"/>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CE6CA204-B091-40ED-8158-331EE628B522}" type="datetime1">
              <a:rPr lang="en-US" smtClean="0"/>
              <a:t>12/2/2025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98808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3692F09-9D88-4105-92F6-7298804EAA90}"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739734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3744F96-061D-4D71-97A2-2371A43FDE7C}"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715800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537853"/>
            <a:ext cx="4145582" cy="4638825"/>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538288"/>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C5FE133-02A7-439F-9131-2680F754099D}"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69298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877456"/>
            <a:ext cx="4142232" cy="4940661"/>
          </a:xfr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7745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1BF7DD-C7D0-4333-B18D-CCAF5427F9DD}"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92673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72533" y="548639"/>
            <a:ext cx="3494314" cy="5719639"/>
          </a:xfrm>
        </p:spPr>
        <p:txBody>
          <a:bodyPr>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549274"/>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0415979-091A-4302-A385-56FC1CE52E32}"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47984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38937" y="548640"/>
            <a:ext cx="609322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38937"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836D543-476D-434F-B209-1A114B2E3F04}" type="datetime1">
              <a:rPr lang="en-US" smtClean="0"/>
              <a:t>12/2/2025</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7702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83DD0F20-7689-42E6-8664-6AA00B79F132}" type="datetime1">
              <a:rPr lang="en-US" smtClean="0"/>
              <a:t>12/2/2025</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36287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320040"/>
            <a:ext cx="6858000"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30F2F577-5BDA-4749-9F3F-0D340DC0D6A8}" type="datetime1">
              <a:rPr lang="en-US" smtClean="0"/>
              <a:t>12/2/2025</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088991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AC9378AD-A6D7-4162-BB5C-47C49B2E145B}" type="datetime1">
              <a:rPr lang="en-US" smtClean="0"/>
              <a:t>12/2/2025</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91077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808" y="584339"/>
            <a:ext cx="4361688" cy="15270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67B65D3-547A-48A8-9F1F-13ED0B55ACC6}"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716841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436168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76A7CFE7-E645-4439-AA6B-DA8CF856D63E}" type="datetime1">
              <a:rPr lang="en-US" smtClean="0"/>
              <a:t>12/2/2025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7289979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E8B2C0DB-994F-48B0-91F4-5F06C3B86E32}"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484398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20040"/>
            <a:ext cx="4572000" cy="932688"/>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4" y="1380744"/>
            <a:ext cx="4572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D3F6A089-BE3E-4BB0-98EE-FDF712FF3613}" type="datetime1">
              <a:rPr lang="en-US" smtClean="0"/>
              <a:t>12/2/2025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5914670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AC101298-AE91-4071-9C72-5A98117ABE14}" type="datetime1">
              <a:rPr lang="en-US" smtClean="0"/>
              <a:t>12/2/2025</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242594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3413"/>
            <a:ext cx="3401568" cy="1527048"/>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EABE4333-790C-44CD-B503-F52418ED809A}" type="datetime1">
              <a:rPr lang="en-US" smtClean="0"/>
              <a:t>12/2/2025</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687902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781365" cy="685800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D2397CCD-8E49-4379-8DCB-9F17CAEDFC10}"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887909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012268"/>
            <a:ext cx="3739896"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A6146F6-C62B-441B-BAD2-D550454B4D53}" type="datetime1">
              <a:rPr lang="en-US" smtClean="0"/>
              <a:t>12/2/2025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054592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0383A68-D563-4FD5-B11F-54F8D5F1E37F}" type="datetime1">
              <a:rPr lang="en-US" smtClean="0"/>
              <a:t>12/2/2025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518746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3148FABB-02FF-476F-AB37-BDD0E354E780}" type="datetime1">
              <a:rPr lang="en-US" smtClean="0"/>
              <a:t>12/2/2025</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347959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5" y="1828800"/>
            <a:ext cx="6172200" cy="4425696"/>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27395" y="1828800"/>
            <a:ext cx="42519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CA428D3-736A-4038-886C-8BF662AA2745}"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52708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39"/>
            <a:ext cx="4672584" cy="1453896"/>
          </a:xfr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2648" y="2290890"/>
            <a:ext cx="4672584" cy="4041648"/>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ED1DDEB-9B85-4E99-8A3D-ABE66C6280C3}"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87844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4"/>
            <a:ext cx="3490176" cy="4041648"/>
          </a:xfrm>
          <a:blipFill dpi="0" rotWithShape="1">
            <a:blip r:embed="rId2">
              <a:alphaModFix amt="60000"/>
            </a:blip>
            <a:srcRect/>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A65DCA-443F-4667-9ED1-418507CE45A8}"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36909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94944" y="4718304"/>
            <a:ext cx="5897880" cy="1353312"/>
          </a:xfrm>
        </p:spPr>
        <p:txBody>
          <a:bodyPr vert="horz" lIns="91440" tIns="45720" rIns="91440" bIns="45720" rtlCol="0" anchor="t">
            <a:normAutofit/>
          </a:bodyPr>
          <a:lstStyle>
            <a:lvl1pPr>
              <a:lnSpc>
                <a:spcPct val="120000"/>
              </a:lnSpc>
              <a:defRPr lang="en-US" sz="2800" b="0" dirty="0">
                <a:solidFill>
                  <a:schemeClr val="accent1">
                    <a:lumMod val="75000"/>
                  </a:schemeClr>
                </a:solidFill>
                <a:latin typeface="+mn-lt"/>
              </a:defRPr>
            </a:lvl1pPr>
          </a:lstStyle>
          <a:p>
            <a:pPr lvl="0"/>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39496" y="603503"/>
            <a:ext cx="10826496" cy="4334256"/>
          </a:xfrm>
        </p:spPr>
        <p:txBody>
          <a:bodyPr vert="horz" lIns="91440" tIns="45720" rIns="91440" bIns="45720" rtlCol="0" anchor="b">
            <a:normAutofit/>
          </a:bodyPr>
          <a:lstStyle>
            <a:lvl1pPr marL="0" indent="0">
              <a:lnSpc>
                <a:spcPct val="90000"/>
              </a:lnSpc>
              <a:spcBef>
                <a:spcPts val="0"/>
              </a:spcBef>
              <a:buNone/>
              <a:defRPr lang="en-US" sz="23200" b="1" dirty="0">
                <a:solidFill>
                  <a:schemeClr val="accent1">
                    <a:lumMod val="7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8CA1557D-4816-44D0-B6EE-6CAC6E30B54D}" type="datetime1">
              <a:rPr lang="en-US" smtClean="0"/>
              <a:t>12/2/2025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94212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accent1">
                    <a:lumMod val="75000"/>
                  </a:schemeClr>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accent1">
                    <a:lumMod val="7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651F872E-5ED2-46B0-83A4-0C1AF0E0D91C}" type="datetime1">
              <a:rPr lang="en-US" smtClean="0"/>
              <a:t>12/2/2025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781206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4B1ECB8-9E10-D2F3-E361-7D268551E2E2}"/>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545336"/>
          </a:xfrm>
        </p:spPr>
        <p:txBody>
          <a:bodyPr>
            <a:normAutofit/>
          </a:bodyPr>
          <a:lstStyle>
            <a:lvl1pPr algn="ctr">
              <a:lnSpc>
                <a:spcPct val="110000"/>
              </a:lnSpc>
              <a:defRPr sz="2800" b="0">
                <a:solidFill>
                  <a:schemeClr val="tx1"/>
                </a:solidFill>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640079"/>
            <a:ext cx="10543032" cy="4206240"/>
          </a:xfrm>
        </p:spPr>
        <p:txBody>
          <a:bodyPr anchor="b">
            <a:normAutofit/>
          </a:bodyPr>
          <a:lstStyle>
            <a:lvl1pPr marL="0" indent="0" algn="ctr">
              <a:lnSpc>
                <a:spcPct val="90000"/>
              </a:lnSpc>
              <a:buNone/>
              <a:defRPr sz="23200" b="1">
                <a:solidFill>
                  <a:schemeClr val="tx1"/>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C6218575-0C6E-47B4-936E-32183810D7BF}" type="datetime1">
              <a:rPr lang="en-US" smtClean="0"/>
              <a:t>12/2/2025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1678306"/>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1C29FB5-1C86-423F-AEAA-2683840666C3}" type="datetime1">
              <a:rPr lang="en-US" smtClean="0"/>
              <a:t>12/2/2025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69707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11CCB4E-88AF-46AC-B7C5-30308F179659}" type="datetime1">
              <a:rPr lang="en-US" smtClean="0"/>
              <a:t>12/2/2025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56429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A915B6-CC2A-4462-A7E5-B3080DF8F97D}" type="datetime1">
              <a:rPr lang="en-US" smtClean="0"/>
              <a:t>12/2/2025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rm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80135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8" y="5431536"/>
            <a:ext cx="9021471" cy="466344"/>
          </a:xfrm>
        </p:spPr>
        <p:txBody>
          <a:bodyPr anchor="ctr">
            <a:normAutofit/>
          </a:bodyPr>
          <a:lstStyle>
            <a:lvl1pPr>
              <a:lnSpc>
                <a:spcPct val="120000"/>
              </a:lnSpc>
              <a:defRPr sz="2200">
                <a:solidFill>
                  <a:schemeClr val="accent1">
                    <a:lumMod val="7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657600"/>
          </a:xfrm>
        </p:spPr>
        <p:txBody>
          <a:bodyPr anchor="ctr">
            <a:normAutofit/>
          </a:bodyPr>
          <a:lstStyle>
            <a:lvl1pPr marL="164592" indent="-164592">
              <a:lnSpc>
                <a:spcPct val="100000"/>
              </a:lnSpc>
              <a:spcBef>
                <a:spcPts val="0"/>
              </a:spcBef>
              <a:buNone/>
              <a:defRPr sz="4000">
                <a:latin typeface="+mj-lt"/>
              </a:defRPr>
            </a:lvl1pPr>
          </a:lstStyle>
          <a:p>
            <a:pPr lvl="0"/>
            <a:r>
              <a:rPr lang="en-US"/>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6188F7-A494-4EEB-A53D-2B97B1D4CD3C}" type="datetime1">
              <a:rPr lang="en-US" smtClean="0"/>
              <a:t>12/2/2025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269354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DECC02-1725-49EE-C93B-A4C2C4049458}"/>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5349240"/>
            <a:ext cx="9043416" cy="466344"/>
          </a:xfrm>
        </p:spPr>
        <p:txBody>
          <a:bodyPr anchor="ctr">
            <a:normAutofit/>
          </a:bodyPr>
          <a:lstStyle>
            <a:lvl1pPr>
              <a:lnSpc>
                <a:spcPct val="120000"/>
              </a:lnSpc>
              <a:defRPr sz="2200">
                <a:solidFill>
                  <a:schemeClr val="tx1"/>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344168"/>
            <a:ext cx="9198864" cy="3291840"/>
          </a:xfrm>
        </p:spPr>
        <p:txBody>
          <a:bodyPr anchor="ctr">
            <a:normAutofit/>
          </a:bodyPr>
          <a:lstStyle>
            <a:lvl1pPr marL="164592" indent="-164592">
              <a:lnSpc>
                <a:spcPct val="100000"/>
              </a:lnSpc>
              <a:spcBef>
                <a:spcPts val="0"/>
              </a:spcBef>
              <a:buNone/>
              <a:defRPr sz="4000">
                <a:latin typeface="+mj-lt"/>
              </a:defRPr>
            </a:lvl1pPr>
          </a:lstStyle>
          <a:p>
            <a:pPr lvl="0"/>
            <a:r>
              <a:rPr lang="en-US"/>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9F406BC0-1562-42E5-89A2-925CA193C8A6}" type="datetime1">
              <a:rPr lang="en-US" smtClean="0"/>
              <a:t>12/2/2025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0974902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790041" y="5669280"/>
            <a:ext cx="8805672" cy="466344"/>
          </a:xfrm>
        </p:spPr>
        <p:txBody>
          <a:bodyPr anchor="ctr">
            <a:normAutofit/>
          </a:bodyPr>
          <a:lstStyle>
            <a:lvl1pPr>
              <a:lnSpc>
                <a:spcPct val="120000"/>
              </a:lnSpc>
              <a:defRPr sz="2200">
                <a:solidFill>
                  <a:schemeClr val="accent1">
                    <a:lumMod val="7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1097280"/>
            <a:ext cx="8961120" cy="3474720"/>
          </a:xfrm>
        </p:spPr>
        <p:txBody>
          <a:bodyPr anchor="ctr">
            <a:normAutofit/>
          </a:bodyPr>
          <a:lstStyle>
            <a:lvl1pPr marL="164592" indent="-164592">
              <a:lnSpc>
                <a:spcPct val="100000"/>
              </a:lnSpc>
              <a:spcBef>
                <a:spcPts val="0"/>
              </a:spcBef>
              <a:buNone/>
              <a:defRPr sz="4200">
                <a:latin typeface="+mj-lt"/>
              </a:defRPr>
            </a:lvl1pPr>
          </a:lstStyle>
          <a:p>
            <a:pPr lvl="0"/>
            <a:r>
              <a:rPr lang="en-US"/>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07F376A-778D-45CF-8340-DB03B2DA6A3E}" type="datetime1">
              <a:rPr lang="en-US" smtClean="0"/>
              <a:t>12/2/2025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69599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12775"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B9DFF5A-622E-43FE-9EE9-BAAB78AB2046}"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63465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09600" y="2387600"/>
            <a:ext cx="51577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3876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F55C09E-FF30-4AA0-A227-171955622259}" type="datetime1">
              <a:rPr lang="en-US" smtClean="0"/>
              <a:t>12/2/2025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319394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7B279FF-407B-4B41-9E69-DE66ED04A328}" type="datetime1">
              <a:rPr lang="en-US" smtClean="0"/>
              <a:t>12/2/2025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45618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03E812-757D-4139-AF81-227C72D4B544}" type="datetime1">
              <a:rPr lang="en-US" smtClean="0"/>
              <a:t>12/2/2025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419281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53616"/>
            <a:ext cx="3595634"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D6A7E1-C424-43A5-938A-12DEC0A1D59D}" type="datetime1">
              <a:rPr lang="en-US" smtClean="0"/>
              <a:t>12/2/2025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221283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221231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063319" y="557784"/>
            <a:ext cx="6519080" cy="5779007"/>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807C4FC2-B89B-4919-A96B-662A3584681C}" type="datetime1">
              <a:rPr lang="en-US" smtClean="0"/>
              <a:t>12/2/2025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502849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6" y="1847088"/>
            <a:ext cx="10888473" cy="1133856"/>
          </a:xfrm>
        </p:spPr>
        <p:txBody>
          <a:bodyPr anchor="b">
            <a:normAutofit/>
          </a:bodyPr>
          <a:lstStyle>
            <a:lvl1pPr>
              <a:defRPr sz="6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594099"/>
            <a:ext cx="10890374"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C24BE51-D660-433D-AABA-154BE028E64E}"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439929"/>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279615"/>
          </a:xfrm>
        </p:spPr>
        <p:txBody>
          <a:bodyPr>
            <a:norm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B61F76E-6064-4431-B5C4-29A511725BCF}"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001316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5EE9E671-1C83-40F7-9D33-FE8AAC7F721F}" type="datetime1">
              <a:rPr lang="en-US" smtClean="0"/>
              <a:t>12/2/2025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516423657"/>
      </p:ext>
    </p:extLst>
  </p:cSld>
  <p:clrMap bg1="lt1" tx1="dk1" bg2="lt2" tx2="dk2" accent1="accent1" accent2="accent2" accent3="accent3" accent4="accent4" accent5="accent5" accent6="accent6" hlink="hlink" folHlink="folHlink"/>
  <p:sldLayoutIdLst>
    <p:sldLayoutId id="2147483749" r:id="rId1"/>
    <p:sldLayoutId id="2147483748" r:id="rId2"/>
    <p:sldLayoutId id="2147483750"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 id="2147483745" r:id="rId47"/>
    <p:sldLayoutId id="2147483746" r:id="rId48"/>
    <p:sldLayoutId id="2147483747" r:id="rId49"/>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DDE8-5232-E1A4-5288-5026FBBEF386}"/>
              </a:ext>
            </a:extLst>
          </p:cNvPr>
          <p:cNvSpPr>
            <a:spLocks noGrp="1"/>
          </p:cNvSpPr>
          <p:nvPr>
            <p:ph type="ctrTitle"/>
          </p:nvPr>
        </p:nvSpPr>
        <p:spPr>
          <a:xfrm>
            <a:off x="365760" y="5218032"/>
            <a:ext cx="11460480" cy="786384"/>
          </a:xfrm>
        </p:spPr>
        <p:txBody>
          <a:bodyPr anchor="b">
            <a:normAutofit/>
          </a:bodyPr>
          <a:lstStyle/>
          <a:p>
            <a:r>
              <a:rPr lang="en-GB"/>
              <a:t>Social media and stress</a:t>
            </a:r>
          </a:p>
        </p:txBody>
      </p:sp>
      <p:pic>
        <p:nvPicPr>
          <p:cNvPr id="10" name="Picture 9" descr="Scribbles on a notebook">
            <a:extLst>
              <a:ext uri="{FF2B5EF4-FFF2-40B4-BE49-F238E27FC236}">
                <a16:creationId xmlns:a16="http://schemas.microsoft.com/office/drawing/2014/main" id="{75A7617D-8729-FC9A-2461-479CC4163CFE}"/>
              </a:ext>
            </a:extLst>
          </p:cNvPr>
          <p:cNvPicPr>
            <a:picLocks noChangeAspect="1"/>
          </p:cNvPicPr>
          <p:nvPr/>
        </p:nvPicPr>
        <p:blipFill>
          <a:blip r:embed="rId2"/>
          <a:srcRect t="15293" b="25001"/>
          <a:stretch>
            <a:fillRect/>
          </a:stretch>
        </p:blipFill>
        <p:spPr>
          <a:xfrm>
            <a:off x="20" y="10"/>
            <a:ext cx="12191979" cy="4986415"/>
          </a:xfrm>
          <a:prstGeom prst="rect">
            <a:avLst/>
          </a:prstGeom>
          <a:noFill/>
        </p:spPr>
      </p:pic>
    </p:spTree>
    <p:extLst>
      <p:ext uri="{BB962C8B-B14F-4D97-AF65-F5344CB8AC3E}">
        <p14:creationId xmlns:p14="http://schemas.microsoft.com/office/powerpoint/2010/main" val="3179681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109B9-DD46-DB22-184A-257AE1C16445}"/>
              </a:ext>
            </a:extLst>
          </p:cNvPr>
          <p:cNvSpPr>
            <a:spLocks noGrp="1"/>
          </p:cNvSpPr>
          <p:nvPr>
            <p:ph type="title"/>
          </p:nvPr>
        </p:nvSpPr>
        <p:spPr>
          <a:xfrm>
            <a:off x="5538937" y="548640"/>
            <a:ext cx="6093225" cy="1143000"/>
          </a:xfrm>
        </p:spPr>
        <p:txBody>
          <a:bodyPr anchor="b">
            <a:normAutofit/>
          </a:bodyPr>
          <a:lstStyle/>
          <a:p>
            <a:r>
              <a:rPr lang="en-GB"/>
              <a:t>Stress</a:t>
            </a:r>
          </a:p>
        </p:txBody>
      </p:sp>
      <p:pic>
        <p:nvPicPr>
          <p:cNvPr id="14" name="Picture Placeholder 13">
            <a:extLst>
              <a:ext uri="{FF2B5EF4-FFF2-40B4-BE49-F238E27FC236}">
                <a16:creationId xmlns:a16="http://schemas.microsoft.com/office/drawing/2014/main" id="{7848F5CF-D891-5CAD-D12E-24DCCD0BB216}"/>
              </a:ext>
            </a:extLst>
          </p:cNvPr>
          <p:cNvPicPr>
            <a:picLocks noGrp="1" noChangeAspect="1"/>
          </p:cNvPicPr>
          <p:nvPr>
            <p:ph type="pic" sz="quarter" idx="13"/>
          </p:nvPr>
        </p:nvPicPr>
        <p:blipFill>
          <a:blip r:embed="rId2"/>
          <a:srcRect l="23785" r="23785"/>
          <a:stretch/>
        </p:blipFill>
        <p:spPr>
          <a:xfrm>
            <a:off x="0" y="225"/>
            <a:ext cx="4793885" cy="6857552"/>
          </a:xfrm>
          <a:prstGeom prst="rect">
            <a:avLst/>
          </a:prstGeom>
          <a:noFill/>
        </p:spPr>
      </p:pic>
      <p:sp>
        <p:nvSpPr>
          <p:cNvPr id="3" name="Content Placeholder 2">
            <a:extLst>
              <a:ext uri="{FF2B5EF4-FFF2-40B4-BE49-F238E27FC236}">
                <a16:creationId xmlns:a16="http://schemas.microsoft.com/office/drawing/2014/main" id="{E9DFE1B6-2E6D-9137-8EC5-1AD0CEFB5A2E}"/>
              </a:ext>
            </a:extLst>
          </p:cNvPr>
          <p:cNvSpPr>
            <a:spLocks noGrp="1"/>
          </p:cNvSpPr>
          <p:nvPr>
            <p:ph sz="quarter" idx="14"/>
          </p:nvPr>
        </p:nvSpPr>
        <p:spPr>
          <a:xfrm>
            <a:off x="5538937" y="1828800"/>
            <a:ext cx="6071616" cy="4489704"/>
          </a:xfrm>
        </p:spPr>
        <p:txBody>
          <a:bodyPr>
            <a:normAutofit/>
          </a:bodyPr>
          <a:lstStyle/>
          <a:p>
            <a:r>
              <a:rPr lang="en-GB"/>
              <a:t>A state of worry or mental tension caused by a difficult situation. A natural human response prompting us to address challenges and threats in our lives. Everyone experiences stress to some degree. The way we respond to stress makes a big difference to our overall well-being (WHO, 2023)</a:t>
            </a:r>
          </a:p>
          <a:p>
            <a:endParaRPr lang="en-GB"/>
          </a:p>
          <a:p>
            <a:endParaRPr lang="en-GB"/>
          </a:p>
          <a:p>
            <a:endParaRPr lang="en-GB"/>
          </a:p>
          <a:p>
            <a:endParaRPr lang="en-GB"/>
          </a:p>
        </p:txBody>
      </p:sp>
    </p:spTree>
    <p:extLst>
      <p:ext uri="{BB962C8B-B14F-4D97-AF65-F5344CB8AC3E}">
        <p14:creationId xmlns:p14="http://schemas.microsoft.com/office/powerpoint/2010/main" val="111808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CE70AFA-2FAB-0C96-3E14-D4F1647A31F4}"/>
              </a:ext>
            </a:extLst>
          </p:cNvPr>
          <p:cNvSpPr>
            <a:spLocks noGrp="1"/>
          </p:cNvSpPr>
          <p:nvPr>
            <p:ph type="title"/>
          </p:nvPr>
        </p:nvSpPr>
        <p:spPr>
          <a:xfrm>
            <a:off x="4745736" y="320040"/>
            <a:ext cx="6858000" cy="932688"/>
          </a:xfrm>
        </p:spPr>
        <p:txBody>
          <a:bodyPr/>
          <a:lstStyle/>
          <a:p>
            <a:r>
              <a:rPr lang="en-US"/>
              <a:t>Stress and social media</a:t>
            </a:r>
          </a:p>
        </p:txBody>
      </p:sp>
      <p:pic>
        <p:nvPicPr>
          <p:cNvPr id="7" name="Picture Placeholder 6">
            <a:extLst>
              <a:ext uri="{FF2B5EF4-FFF2-40B4-BE49-F238E27FC236}">
                <a16:creationId xmlns:a16="http://schemas.microsoft.com/office/drawing/2014/main" id="{31D18948-246B-7896-9C5E-7510896EA113}"/>
              </a:ext>
            </a:extLst>
          </p:cNvPr>
          <p:cNvPicPr>
            <a:picLocks noGrp="1" noChangeAspect="1"/>
          </p:cNvPicPr>
          <p:nvPr>
            <p:ph type="pic" sz="quarter" idx="13"/>
          </p:nvPr>
        </p:nvPicPr>
        <p:blipFill>
          <a:blip r:embed="rId2"/>
          <a:srcRect t="2059" r="3" b="2062"/>
          <a:stretch>
            <a:fillRect/>
          </a:stretch>
        </p:blipFill>
        <p:spPr>
          <a:xfrm>
            <a:off x="20" y="1"/>
            <a:ext cx="4023340" cy="6858000"/>
          </a:xfrm>
          <a:prstGeom prst="rect">
            <a:avLst/>
          </a:prstGeom>
          <a:noFill/>
        </p:spPr>
      </p:pic>
      <p:sp>
        <p:nvSpPr>
          <p:cNvPr id="14" name="Content Placeholder 3">
            <a:extLst>
              <a:ext uri="{FF2B5EF4-FFF2-40B4-BE49-F238E27FC236}">
                <a16:creationId xmlns:a16="http://schemas.microsoft.com/office/drawing/2014/main" id="{16FC567F-AA1C-0366-D582-475BEB99F055}"/>
              </a:ext>
            </a:extLst>
          </p:cNvPr>
          <p:cNvSpPr>
            <a:spLocks noGrp="1"/>
          </p:cNvSpPr>
          <p:nvPr>
            <p:ph sz="quarter" idx="14"/>
          </p:nvPr>
        </p:nvSpPr>
        <p:spPr>
          <a:xfrm>
            <a:off x="4745736" y="1380744"/>
            <a:ext cx="6858000" cy="4983480"/>
          </a:xfrm>
        </p:spPr>
        <p:txBody>
          <a:bodyPr>
            <a:normAutofit fontScale="92500"/>
          </a:bodyPr>
          <a:lstStyle/>
          <a:p>
            <a:r>
              <a:rPr lang="en-US" dirty="0"/>
              <a:t>Empirical studies repeatedly found positive correlations between social media use and stress. Such positive relationships could indicate that social media use causes stress or that stress triggers social media use (Wolfers and Utz, 2020)</a:t>
            </a:r>
          </a:p>
          <a:p>
            <a:endParaRPr lang="en-US" dirty="0"/>
          </a:p>
          <a:p>
            <a:r>
              <a:rPr lang="en-US" dirty="0"/>
              <a:t>The Likert-type scale is a widely used psychometric instrument for measuring attitudes, opinions, or perceptions in research contexts (Koo and Yang, 2025)</a:t>
            </a:r>
          </a:p>
          <a:p>
            <a:pPr marL="0" indent="0" algn="ctr">
              <a:buNone/>
            </a:pPr>
            <a:r>
              <a:rPr lang="en-US" dirty="0"/>
              <a:t>0 – 3 - </a:t>
            </a:r>
            <a:r>
              <a:rPr lang="en-US" dirty="0">
                <a:solidFill>
                  <a:srgbClr val="00B050"/>
                </a:solidFill>
              </a:rPr>
              <a:t>Low</a:t>
            </a:r>
          </a:p>
          <a:p>
            <a:pPr marL="0" indent="0" algn="ctr">
              <a:buNone/>
            </a:pPr>
            <a:r>
              <a:rPr lang="en-US" dirty="0"/>
              <a:t>4 -7 - </a:t>
            </a:r>
            <a:r>
              <a:rPr lang="en-US" dirty="0">
                <a:solidFill>
                  <a:srgbClr val="FFC000"/>
                </a:solidFill>
              </a:rPr>
              <a:t>Moderate</a:t>
            </a:r>
          </a:p>
          <a:p>
            <a:pPr marL="0" indent="0" algn="ctr">
              <a:buNone/>
            </a:pPr>
            <a:r>
              <a:rPr lang="en-US" dirty="0"/>
              <a:t>&gt; 7 - </a:t>
            </a:r>
            <a:r>
              <a:rPr lang="en-US" dirty="0">
                <a:solidFill>
                  <a:srgbClr val="FF0000"/>
                </a:solidFill>
              </a:rPr>
              <a:t>High</a:t>
            </a:r>
            <a:endParaRPr lang="en-GB" dirty="0">
              <a:solidFill>
                <a:srgbClr val="FF0000"/>
              </a:solidFill>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533241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graph&#10;&#10;AI-generated content may be incorrect.">
            <a:extLst>
              <a:ext uri="{FF2B5EF4-FFF2-40B4-BE49-F238E27FC236}">
                <a16:creationId xmlns:a16="http://schemas.microsoft.com/office/drawing/2014/main" id="{5F88DDB7-61B0-1990-1F1F-67F8E3C0535E}"/>
              </a:ext>
            </a:extLst>
          </p:cNvPr>
          <p:cNvPicPr>
            <a:picLocks noChangeAspect="1"/>
          </p:cNvPicPr>
          <p:nvPr/>
        </p:nvPicPr>
        <p:blipFill>
          <a:blip r:embed="rId2"/>
          <a:stretch>
            <a:fillRect/>
          </a:stretch>
        </p:blipFill>
        <p:spPr>
          <a:xfrm>
            <a:off x="108857" y="0"/>
            <a:ext cx="12027982" cy="6705600"/>
          </a:xfrm>
          <a:prstGeom prst="rect">
            <a:avLst/>
          </a:prstGeom>
          <a:noFill/>
        </p:spPr>
      </p:pic>
    </p:spTree>
    <p:extLst>
      <p:ext uri="{BB962C8B-B14F-4D97-AF65-F5344CB8AC3E}">
        <p14:creationId xmlns:p14="http://schemas.microsoft.com/office/powerpoint/2010/main" val="3874712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59553-F030-27AE-F1C3-51213CAC3EAC}"/>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899403D-DAD2-65BF-3E8C-AE00E710B879}"/>
              </a:ext>
            </a:extLst>
          </p:cNvPr>
          <p:cNvSpPr>
            <a:spLocks noGrp="1"/>
          </p:cNvSpPr>
          <p:nvPr>
            <p:ph idx="1"/>
          </p:nvPr>
        </p:nvSpPr>
        <p:spPr/>
        <p:txBody>
          <a:bodyPr/>
          <a:lstStyle/>
          <a:p>
            <a:endParaRPr lang="en-GB"/>
          </a:p>
        </p:txBody>
      </p:sp>
      <p:pic>
        <p:nvPicPr>
          <p:cNvPr id="5" name="Picture 4" descr="A graph with a line drawn on it&#10;&#10;AI-generated content may be incorrect.">
            <a:extLst>
              <a:ext uri="{FF2B5EF4-FFF2-40B4-BE49-F238E27FC236}">
                <a16:creationId xmlns:a16="http://schemas.microsoft.com/office/drawing/2014/main" id="{4E2624FA-7036-7CD4-F2E2-A399C34CD324}"/>
              </a:ext>
            </a:extLst>
          </p:cNvPr>
          <p:cNvPicPr>
            <a:picLocks noChangeAspect="1"/>
          </p:cNvPicPr>
          <p:nvPr/>
        </p:nvPicPr>
        <p:blipFill>
          <a:blip r:embed="rId2"/>
          <a:stretch>
            <a:fillRect/>
          </a:stretch>
        </p:blipFill>
        <p:spPr>
          <a:xfrm>
            <a:off x="0" y="0"/>
            <a:ext cx="12225816" cy="6781800"/>
          </a:xfrm>
          <a:prstGeom prst="rect">
            <a:avLst/>
          </a:prstGeom>
        </p:spPr>
      </p:pic>
    </p:spTree>
    <p:extLst>
      <p:ext uri="{BB962C8B-B14F-4D97-AF65-F5344CB8AC3E}">
        <p14:creationId xmlns:p14="http://schemas.microsoft.com/office/powerpoint/2010/main" val="3335509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B78A6-7944-C385-C00D-F4181D0A7E4F}"/>
              </a:ext>
            </a:extLst>
          </p:cNvPr>
          <p:cNvSpPr>
            <a:spLocks noGrp="1"/>
          </p:cNvSpPr>
          <p:nvPr>
            <p:ph type="title"/>
          </p:nvPr>
        </p:nvSpPr>
        <p:spPr/>
        <p:txBody>
          <a:bodyPr/>
          <a:lstStyle/>
          <a:p>
            <a:r>
              <a:rPr lang="en-GB"/>
              <a:t>References</a:t>
            </a:r>
          </a:p>
        </p:txBody>
      </p:sp>
      <p:sp>
        <p:nvSpPr>
          <p:cNvPr id="3" name="Content Placeholder 2">
            <a:extLst>
              <a:ext uri="{FF2B5EF4-FFF2-40B4-BE49-F238E27FC236}">
                <a16:creationId xmlns:a16="http://schemas.microsoft.com/office/drawing/2014/main" id="{883B3ADB-A1F5-264C-42E6-755F86BA99C8}"/>
              </a:ext>
            </a:extLst>
          </p:cNvPr>
          <p:cNvSpPr>
            <a:spLocks noGrp="1"/>
          </p:cNvSpPr>
          <p:nvPr>
            <p:ph idx="1"/>
          </p:nvPr>
        </p:nvSpPr>
        <p:spPr/>
        <p:txBody>
          <a:bodyPr/>
          <a:lstStyle/>
          <a:p>
            <a:r>
              <a:rPr lang="en-GB" dirty="0"/>
              <a:t>1. </a:t>
            </a:r>
            <a:r>
              <a:rPr lang="en-US" dirty="0"/>
              <a:t>Wolfers, L.N. and Utz, S., 2022. Social media use, stress, and coping. </a:t>
            </a:r>
            <a:r>
              <a:rPr lang="en-US" i="1" dirty="0"/>
              <a:t>Current Opinion in Psychology</a:t>
            </a:r>
            <a:r>
              <a:rPr lang="en-US" dirty="0"/>
              <a:t>, </a:t>
            </a:r>
            <a:r>
              <a:rPr lang="en-US" i="1" dirty="0"/>
              <a:t>45</a:t>
            </a:r>
            <a:r>
              <a:rPr lang="en-US" dirty="0"/>
              <a:t>, p.101305.</a:t>
            </a:r>
          </a:p>
          <a:p>
            <a:r>
              <a:rPr lang="en-US" dirty="0"/>
              <a:t>2. World Health Organization (WHO) (n.d.) </a:t>
            </a:r>
            <a:r>
              <a:rPr lang="en-US" i="1" dirty="0"/>
              <a:t>Stress</a:t>
            </a:r>
            <a:r>
              <a:rPr lang="en-US" dirty="0"/>
              <a:t>. World Health Organization. Available at: https://www.who.int/news-room/questions-and-answers/item/stress (Accessed: 2 December 2025).</a:t>
            </a:r>
          </a:p>
          <a:p>
            <a:r>
              <a:rPr lang="en-US" dirty="0"/>
              <a:t>3. Koo, M. and Yang, S.W., 2025. Likert-type scale. </a:t>
            </a:r>
            <a:r>
              <a:rPr lang="en-US" i="1" dirty="0"/>
              <a:t>Encyclopedia</a:t>
            </a:r>
            <a:r>
              <a:rPr lang="en-US" dirty="0"/>
              <a:t>, </a:t>
            </a:r>
            <a:r>
              <a:rPr lang="en-US" i="1" dirty="0"/>
              <a:t>5</a:t>
            </a:r>
            <a:r>
              <a:rPr lang="en-US" dirty="0"/>
              <a:t>(1), p.18.</a:t>
            </a:r>
          </a:p>
          <a:p>
            <a:r>
              <a:rPr lang="en-US" dirty="0"/>
              <a:t>4. Imran, A. (2023) </a:t>
            </a:r>
            <a:r>
              <a:rPr lang="en-US" i="1" dirty="0"/>
              <a:t>Social Media and Mental Health Balance</a:t>
            </a:r>
            <a:r>
              <a:rPr lang="en-US" dirty="0"/>
              <a:t>. Kaggle. Available at: https://www.kaggle.com/datasets/ayeshaimran123/social-media-and-mental-health-balance (Accessed: 2 December 2025).</a:t>
            </a:r>
            <a:endParaRPr lang="en-GB" dirty="0"/>
          </a:p>
        </p:txBody>
      </p:sp>
    </p:spTree>
    <p:extLst>
      <p:ext uri="{BB962C8B-B14F-4D97-AF65-F5344CB8AC3E}">
        <p14:creationId xmlns:p14="http://schemas.microsoft.com/office/powerpoint/2010/main" val="1443780631"/>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docProps/app.xml><?xml version="1.0" encoding="utf-8"?>
<Properties xmlns="http://schemas.openxmlformats.org/officeDocument/2006/extended-properties" xmlns:vt="http://schemas.openxmlformats.org/officeDocument/2006/docPropsVTypes">
  <TotalTime>0</TotalTime>
  <Words>289</Words>
  <Application>Microsoft Office PowerPoint</Application>
  <PresentationFormat>Widescreen</PresentationFormat>
  <Paragraphs>19</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Neue Haas Grotesk Text Pro</vt:lpstr>
      <vt:lpstr>Helena</vt:lpstr>
      <vt:lpstr>Social media and stress</vt:lpstr>
      <vt:lpstr>Stress</vt:lpstr>
      <vt:lpstr>Stress and social media</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Tamara Adamczyk</dc:creator>
  <cp:lastModifiedBy>Tamara Adamczyk</cp:lastModifiedBy>
  <cp:revision>1</cp:revision>
  <dcterms:created xsi:type="dcterms:W3CDTF">2025-12-02T14:07:59Z</dcterms:created>
  <dcterms:modified xsi:type="dcterms:W3CDTF">2025-12-03T00:33:34Z</dcterms:modified>
</cp:coreProperties>
</file>